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6B6D3-CDD2-4DEB-AEBE-CC3F43A8B6D4}" v="15" dt="2025-04-11T04:35:37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 autoAdjust="0"/>
    <p:restoredTop sz="94660"/>
  </p:normalViewPr>
  <p:slideViewPr>
    <p:cSldViewPr snapToGrid="0">
      <p:cViewPr>
        <p:scale>
          <a:sx n="125" d="100"/>
          <a:sy n="125" d="100"/>
        </p:scale>
        <p:origin x="147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619364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619364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>
              <a:defRPr sz="1500"/>
            </a:lvl1pPr>
          </a:lstStyle>
          <a:p>
            <a:fld id="{FBC48EA3-38C1-4AD0-A60E-53DE1AF58EB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vert="horz" lIns="112334" tIns="56167" rIns="112334" bIns="5616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725038"/>
            <a:ext cx="3169920" cy="619362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11725038"/>
            <a:ext cx="3169920" cy="619362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r">
              <a:defRPr sz="1500"/>
            </a:lvl1pPr>
          </a:lstStyle>
          <a:p>
            <a:fld id="{FA31BEDE-4127-40D1-AF41-7E24CC550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1BEDE-4127-40D1-AF41-7E24CC5505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32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1BEDE-4127-40D1-AF41-7E24CC5505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9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3F67F7A-D0C5-37E7-2FC0-7325F5B5C0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80BEA8-2C83-3F99-37DD-826B6E86C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663" y="520560"/>
            <a:ext cx="7760674" cy="5816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48A43-6BCD-1FE4-9521-D0D7BB886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5663" y="2444262"/>
            <a:ext cx="7760674" cy="1565029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j-lt"/>
                <a:cs typeface="Baghdad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17436-B533-06C0-6C23-4704B22BD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5663" y="4018210"/>
            <a:ext cx="7760674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092A7-CF90-B8EF-A7C8-D0B3CDCB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F469D-1257-FA35-A7E3-2BBBCA69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F5C9-8380-EEDF-F961-A9EFFB88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0B1E-BDD6-73EB-B9F9-9CE9A22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246" y="1179879"/>
            <a:ext cx="772550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F4BD-0C41-E4A1-27C4-E0DB5CD26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246" y="2505442"/>
            <a:ext cx="7725508" cy="3671520"/>
          </a:xfrm>
        </p:spPr>
        <p:txBody>
          <a:bodyPr/>
          <a:lstStyle>
            <a:lvl1pPr>
              <a:lnSpc>
                <a:spcPct val="95000"/>
              </a:lnSpc>
              <a:defRPr/>
            </a:lvl1pPr>
            <a:lvl2pPr>
              <a:lnSpc>
                <a:spcPct val="95000"/>
              </a:lnSpc>
              <a:defRPr/>
            </a:lvl2pPr>
            <a:lvl3pPr>
              <a:lnSpc>
                <a:spcPct val="95000"/>
              </a:lnSpc>
              <a:defRPr/>
            </a:lvl3pPr>
            <a:lvl4pPr>
              <a:lnSpc>
                <a:spcPct val="95000"/>
              </a:lnSpc>
              <a:defRPr/>
            </a:lvl4pPr>
            <a:lvl5pPr>
              <a:lnSpc>
                <a:spcPct val="9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B137C-C21B-CD7E-FAFE-B33A8393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C814-6B5A-4239-619D-8FCE3FE1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176C-96F5-F832-ACBE-9103C960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2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140B8-26FF-FD2F-E222-A52DE23E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513" y="1709738"/>
            <a:ext cx="7651733" cy="28527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DE473-6EFB-4381-C1C2-F6A29F9FC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1513" y="4589463"/>
            <a:ext cx="765173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8F80-02B0-C571-EDB5-951323CE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1512" y="6356350"/>
            <a:ext cx="1379887" cy="365125"/>
          </a:xfrm>
        </p:spPr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A6A25-6EC9-D38C-9B2B-41BABD7A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AFDC3-6A2D-4FFB-B2A8-C30F9C51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379887" cy="365125"/>
          </a:xfrm>
        </p:spPr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3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ECD6-59E4-FB31-5C90-BB908EFE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533F1-BCCA-734E-EB92-A5202B1A7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584EB-66F8-2BC8-9009-8EC9473F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BD39-01A7-B54A-9991-E97BD002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AA7AF-2DA8-8AA8-B233-213757D8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E32A3-696A-0575-144B-804A5E6C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6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2D57-132B-1156-BBA3-A730CB33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A70A0-4BBE-D554-2DCB-9FC8F41EF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24247-D0C6-CB44-543B-3CBE3928B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C7C8F-8BDF-1F4A-94D6-D337536F5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C9A3C-A043-2519-5FA3-EF08661FF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A8E97-9EB9-865E-2DC1-B0549E5B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DFE09-C4FB-57A0-735E-83B4E5F4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7AF08-0442-4566-4BE0-DDC800C2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6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78CD-A4E9-B9E9-502F-F116800A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F9864-ED1D-5864-D10B-49DB3EF8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78EC6-278F-A4A7-E562-707178666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2965E-7387-A8C2-51DC-4E02D0FD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6FDFF-04D0-47E6-0FA5-3E2128B0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1AB2B-325E-43CB-A245-8C2A8006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D5766-D9A5-C18A-13D9-570D3C76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1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440C-1062-241A-90ED-C57B81FD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7179-647E-9167-7122-D2F2BF6B2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20439-D4A2-CE50-9638-646C89F4A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8D15F-C9F8-546E-D087-8391382B6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22EF5-A9BD-508F-CE5B-D40F6149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B6BE0-CCF4-5322-F1DB-E51DF333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3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D084-4068-6451-F658-22B84B4C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A60C6-F262-3DF2-E0DE-F79FDFDFA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ABA24-2C50-3CFC-141B-F2F365129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0DF77-29BA-DDDB-D56A-BA5DFAC1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49AB7-59FE-D060-A928-D5509A28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EEBD0-C7AE-A929-F112-B8AB6AAE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6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B02F-29B8-42E9-C183-C1AB4897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6D467-C75A-837E-7C84-54FE80809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6CB3B-116B-2362-E0CD-5C90D7B0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16EE5-1FBE-F054-B1B7-0DDCEED6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55CA4-C667-1520-91B7-FFF80ECB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2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E8108-612F-31C2-F3EA-B371261D2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54721"/>
            <a:ext cx="1233854" cy="50222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898A0-DF8C-0E14-34EE-7F0EA20B9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33246" y="1154723"/>
            <a:ext cx="6339254" cy="502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2339E-FFCB-9BC6-ABAA-7D06E265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99D64-1057-A6BF-37FA-FFDDD33E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1B0B7-AA1D-931D-C953-D5B44013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F5CCBE-53C3-CA56-C5D3-E9D42908B8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CBEBD-4852-514B-3B1E-DF8773C3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246" y="365125"/>
            <a:ext cx="77255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48FB1-7B07-774A-1F7A-942D07B37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3246" y="1825625"/>
            <a:ext cx="77255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274C5-0F66-4B51-9C3F-143A52D7F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33246" y="6356350"/>
            <a:ext cx="13481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0064A-35E3-46DC-82F8-04C22405B28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16B9-5DCB-41C5-29ED-E781BC7E7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19F7-EDBF-8F4B-15E7-576C04ADE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3481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298E-1F87-49D4-A2CA-8B8C6863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7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D283-5070-5ADA-4A94-5DE8F96CA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5663" y="1880075"/>
            <a:ext cx="7760674" cy="4080617"/>
          </a:xfrm>
        </p:spPr>
        <p:txBody>
          <a:bodyPr anchor="ctr">
            <a:noAutofit/>
          </a:bodyPr>
          <a:lstStyle/>
          <a:p>
            <a:r>
              <a:rPr lang="en-US" sz="4800" b="0" i="0" dirty="0" err="1">
                <a:effectLst/>
                <a:latin typeface="Antic Didone" pitchFamily="2" charset="0"/>
              </a:rPr>
              <a:t>trashcore</a:t>
            </a:r>
            <a:r>
              <a:rPr lang="en-US" sz="4800" b="0" i="0" dirty="0">
                <a:effectLst/>
                <a:latin typeface="Antic Didone" pitchFamily="2" charset="0"/>
              </a:rPr>
              <a:t> post processing in unity 2021 and URP 12 featuring Jpeg and Nihilism™️ image compression</a:t>
            </a:r>
            <a:endParaRPr lang="en-US" sz="4800" dirty="0">
              <a:latin typeface="Antic Didon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7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A460-9532-951D-5EDF-519ECFD4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3598066" y="-199547"/>
            <a:ext cx="4995863" cy="775715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Change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your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perspective</a:t>
            </a:r>
          </a:p>
        </p:txBody>
      </p:sp>
    </p:spTree>
    <p:extLst>
      <p:ext uri="{BB962C8B-B14F-4D97-AF65-F5344CB8AC3E}">
        <p14:creationId xmlns:p14="http://schemas.microsoft.com/office/powerpoint/2010/main" val="239214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E06B-9E1E-4BA8-C374-06503CF6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D924-16B3-2C2A-3CE7-1CCB92FE9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0733A-0A0A-0B6D-A31A-20ED41AB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1895261"/>
            <a:ext cx="10593278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2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FCD45E-79E4-9B27-9E15-050EE55A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2" y="2423299"/>
            <a:ext cx="7075036" cy="39736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DA75CB-F961-23E1-CB2C-7915E695B687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4A10C-FE0D-68C3-91E2-6833F522A8C1}"/>
              </a:ext>
            </a:extLst>
          </p:cNvPr>
          <p:cNvSpPr txBox="1"/>
          <p:nvPr/>
        </p:nvSpPr>
        <p:spPr>
          <a:xfrm>
            <a:off x="2799080" y="1446276"/>
            <a:ext cx="59646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Original frame</a:t>
            </a:r>
          </a:p>
        </p:txBody>
      </p:sp>
    </p:spTree>
    <p:extLst>
      <p:ext uri="{BB962C8B-B14F-4D97-AF65-F5344CB8AC3E}">
        <p14:creationId xmlns:p14="http://schemas.microsoft.com/office/powerpoint/2010/main" val="184127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F0BD-AD5B-944A-EAB5-91089615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57ABC-79D4-B77B-6BE4-1A26C502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2" y="2423298"/>
            <a:ext cx="7075036" cy="39758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8229A9-D0A4-5D3E-61F5-EDA1D52C750F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AB929-5129-3511-1751-670E109F5ED7}"/>
              </a:ext>
            </a:extLst>
          </p:cNvPr>
          <p:cNvSpPr txBox="1"/>
          <p:nvPr/>
        </p:nvSpPr>
        <p:spPr>
          <a:xfrm>
            <a:off x="2799080" y="1446276"/>
            <a:ext cx="59646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Convert to Y </a:t>
            </a:r>
            <a:r>
              <a:rPr lang="en-US" sz="4000" dirty="0" err="1"/>
              <a:t>Cb</a:t>
            </a:r>
            <a:r>
              <a:rPr lang="en-US" sz="4000" dirty="0"/>
              <a:t> Cr</a:t>
            </a:r>
          </a:p>
        </p:txBody>
      </p:sp>
    </p:spTree>
    <p:extLst>
      <p:ext uri="{BB962C8B-B14F-4D97-AF65-F5344CB8AC3E}">
        <p14:creationId xmlns:p14="http://schemas.microsoft.com/office/powerpoint/2010/main" val="154394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2ADD-ADA4-31A1-0943-487EF6D5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A0CCFD-4FF8-774B-5FEF-E4D9AFE8B1FC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rry image of a cat&#10;&#10;AI-generated content may be incorrect.">
            <a:extLst>
              <a:ext uri="{FF2B5EF4-FFF2-40B4-BE49-F238E27FC236}">
                <a16:creationId xmlns:a16="http://schemas.microsoft.com/office/drawing/2014/main" id="{3585CD3A-4B93-71F8-9CF1-3A24F9F90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898" y="4545780"/>
            <a:ext cx="2948940" cy="1965960"/>
          </a:xfrm>
          <a:prstGeom prst="rect">
            <a:avLst/>
          </a:prstGeom>
        </p:spPr>
      </p:pic>
      <p:pic>
        <p:nvPicPr>
          <p:cNvPr id="10" name="Picture 9" descr="A path through a forest&#10;&#10;AI-generated content may be incorrect.">
            <a:extLst>
              <a:ext uri="{FF2B5EF4-FFF2-40B4-BE49-F238E27FC236}">
                <a16:creationId xmlns:a16="http://schemas.microsoft.com/office/drawing/2014/main" id="{92CB440C-3EE2-6273-3E90-0AFE42399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60" y="2259037"/>
            <a:ext cx="3026411" cy="2017607"/>
          </a:xfrm>
          <a:prstGeom prst="rect">
            <a:avLst/>
          </a:prstGeom>
        </p:spPr>
      </p:pic>
      <p:pic>
        <p:nvPicPr>
          <p:cNvPr id="12" name="Picture 11" descr="A path through a forest&#10;&#10;AI-generated content may be incorrect.">
            <a:extLst>
              <a:ext uri="{FF2B5EF4-FFF2-40B4-BE49-F238E27FC236}">
                <a16:creationId xmlns:a16="http://schemas.microsoft.com/office/drawing/2014/main" id="{52F044AB-8F17-FDD8-64BD-E079E3679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0" y="2378789"/>
            <a:ext cx="5997574" cy="399838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63CC0DD-8A9E-EBD8-6F76-0F2C1B25A3D8}"/>
              </a:ext>
            </a:extLst>
          </p:cNvPr>
          <p:cNvSpPr/>
          <p:nvPr/>
        </p:nvSpPr>
        <p:spPr>
          <a:xfrm rot="20133115">
            <a:off x="6362094" y="3698084"/>
            <a:ext cx="938366" cy="489031"/>
          </a:xfrm>
          <a:custGeom>
            <a:avLst/>
            <a:gdLst>
              <a:gd name="connsiteX0" fmla="*/ 0 w 938366"/>
              <a:gd name="connsiteY0" fmla="*/ 122258 h 489031"/>
              <a:gd name="connsiteX1" fmla="*/ 509672 w 938366"/>
              <a:gd name="connsiteY1" fmla="*/ 122258 h 489031"/>
              <a:gd name="connsiteX2" fmla="*/ 509672 w 938366"/>
              <a:gd name="connsiteY2" fmla="*/ 0 h 489031"/>
              <a:gd name="connsiteX3" fmla="*/ 938366 w 938366"/>
              <a:gd name="connsiteY3" fmla="*/ 244516 h 489031"/>
              <a:gd name="connsiteX4" fmla="*/ 509672 w 938366"/>
              <a:gd name="connsiteY4" fmla="*/ 489031 h 489031"/>
              <a:gd name="connsiteX5" fmla="*/ 509672 w 938366"/>
              <a:gd name="connsiteY5" fmla="*/ 366773 h 489031"/>
              <a:gd name="connsiteX6" fmla="*/ 0 w 938366"/>
              <a:gd name="connsiteY6" fmla="*/ 366773 h 489031"/>
              <a:gd name="connsiteX7" fmla="*/ 0 w 938366"/>
              <a:gd name="connsiteY7" fmla="*/ 122258 h 48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8366" h="489031" fill="none" extrusionOk="0">
                <a:moveTo>
                  <a:pt x="0" y="122258"/>
                </a:moveTo>
                <a:cubicBezTo>
                  <a:pt x="155868" y="129589"/>
                  <a:pt x="269878" y="134891"/>
                  <a:pt x="509672" y="122258"/>
                </a:cubicBezTo>
                <a:cubicBezTo>
                  <a:pt x="512289" y="72694"/>
                  <a:pt x="513779" y="60724"/>
                  <a:pt x="509672" y="0"/>
                </a:cubicBezTo>
                <a:cubicBezTo>
                  <a:pt x="622637" y="62075"/>
                  <a:pt x="777033" y="153942"/>
                  <a:pt x="938366" y="244516"/>
                </a:cubicBezTo>
                <a:cubicBezTo>
                  <a:pt x="822927" y="310185"/>
                  <a:pt x="682225" y="377773"/>
                  <a:pt x="509672" y="489031"/>
                </a:cubicBezTo>
                <a:cubicBezTo>
                  <a:pt x="507098" y="442931"/>
                  <a:pt x="510090" y="391239"/>
                  <a:pt x="509672" y="366773"/>
                </a:cubicBezTo>
                <a:cubicBezTo>
                  <a:pt x="271119" y="378231"/>
                  <a:pt x="156416" y="350255"/>
                  <a:pt x="0" y="366773"/>
                </a:cubicBezTo>
                <a:cubicBezTo>
                  <a:pt x="-177" y="278060"/>
                  <a:pt x="-5728" y="238696"/>
                  <a:pt x="0" y="122258"/>
                </a:cubicBezTo>
                <a:close/>
              </a:path>
              <a:path w="938366" h="489031" stroke="0" extrusionOk="0">
                <a:moveTo>
                  <a:pt x="0" y="122258"/>
                </a:moveTo>
                <a:cubicBezTo>
                  <a:pt x="228789" y="97823"/>
                  <a:pt x="377293" y="141968"/>
                  <a:pt x="509672" y="122258"/>
                </a:cubicBezTo>
                <a:cubicBezTo>
                  <a:pt x="511025" y="95282"/>
                  <a:pt x="510176" y="52576"/>
                  <a:pt x="509672" y="0"/>
                </a:cubicBezTo>
                <a:cubicBezTo>
                  <a:pt x="672319" y="72724"/>
                  <a:pt x="767819" y="140766"/>
                  <a:pt x="938366" y="244516"/>
                </a:cubicBezTo>
                <a:cubicBezTo>
                  <a:pt x="811741" y="343905"/>
                  <a:pt x="693479" y="365281"/>
                  <a:pt x="509672" y="489031"/>
                </a:cubicBezTo>
                <a:cubicBezTo>
                  <a:pt x="510089" y="455050"/>
                  <a:pt x="510721" y="395430"/>
                  <a:pt x="509672" y="366773"/>
                </a:cubicBezTo>
                <a:cubicBezTo>
                  <a:pt x="369287" y="374437"/>
                  <a:pt x="162000" y="348680"/>
                  <a:pt x="0" y="366773"/>
                </a:cubicBezTo>
                <a:cubicBezTo>
                  <a:pt x="800" y="306802"/>
                  <a:pt x="1822" y="222258"/>
                  <a:pt x="0" y="122258"/>
                </a:cubicBezTo>
                <a:close/>
              </a:path>
            </a:pathLst>
          </a:custGeom>
          <a:solidFill>
            <a:srgbClr val="FF3399"/>
          </a:solidFill>
          <a:ln>
            <a:solidFill>
              <a:srgbClr val="FF3399"/>
            </a:solidFill>
            <a:extLst>
              <a:ext uri="{C807C97D-BFC1-408E-A445-0C87EB9F89A2}">
                <ask:lineSketchStyleProps xmlns:ask="http://schemas.microsoft.com/office/drawing/2018/sketchyshapes" sd="2597887091">
                  <a:prstGeom prst="rightArrow">
                    <a:avLst>
                      <a:gd name="adj1" fmla="val 50000"/>
                      <a:gd name="adj2" fmla="val 87662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029AE-0C35-A14D-5179-C728A3F7787C}"/>
              </a:ext>
            </a:extLst>
          </p:cNvPr>
          <p:cNvSpPr txBox="1"/>
          <p:nvPr/>
        </p:nvSpPr>
        <p:spPr>
          <a:xfrm>
            <a:off x="10201581" y="2560392"/>
            <a:ext cx="1863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</a:t>
            </a:r>
          </a:p>
          <a:p>
            <a:r>
              <a:rPr lang="en-US" sz="2800" dirty="0"/>
              <a:t>(luma)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ED1BA-62CD-A350-E132-1434130F2923}"/>
              </a:ext>
            </a:extLst>
          </p:cNvPr>
          <p:cNvSpPr txBox="1"/>
          <p:nvPr/>
        </p:nvSpPr>
        <p:spPr>
          <a:xfrm>
            <a:off x="10201581" y="4973392"/>
            <a:ext cx="2071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CbCr</a:t>
            </a:r>
            <a:endParaRPr lang="en-US" sz="3200" dirty="0"/>
          </a:p>
          <a:p>
            <a:r>
              <a:rPr lang="en-US" sz="3200" dirty="0"/>
              <a:t>(chroma)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27B0BA6-91B1-6987-032D-5165A3DFF8A7}"/>
              </a:ext>
            </a:extLst>
          </p:cNvPr>
          <p:cNvSpPr/>
          <p:nvPr/>
        </p:nvSpPr>
        <p:spPr>
          <a:xfrm rot="1571955">
            <a:off x="6362716" y="4645075"/>
            <a:ext cx="938366" cy="489031"/>
          </a:xfrm>
          <a:custGeom>
            <a:avLst/>
            <a:gdLst>
              <a:gd name="connsiteX0" fmla="*/ 0 w 938366"/>
              <a:gd name="connsiteY0" fmla="*/ 122258 h 489031"/>
              <a:gd name="connsiteX1" fmla="*/ 509672 w 938366"/>
              <a:gd name="connsiteY1" fmla="*/ 122258 h 489031"/>
              <a:gd name="connsiteX2" fmla="*/ 509672 w 938366"/>
              <a:gd name="connsiteY2" fmla="*/ 0 h 489031"/>
              <a:gd name="connsiteX3" fmla="*/ 938366 w 938366"/>
              <a:gd name="connsiteY3" fmla="*/ 244516 h 489031"/>
              <a:gd name="connsiteX4" fmla="*/ 509672 w 938366"/>
              <a:gd name="connsiteY4" fmla="*/ 489031 h 489031"/>
              <a:gd name="connsiteX5" fmla="*/ 509672 w 938366"/>
              <a:gd name="connsiteY5" fmla="*/ 366773 h 489031"/>
              <a:gd name="connsiteX6" fmla="*/ 0 w 938366"/>
              <a:gd name="connsiteY6" fmla="*/ 366773 h 489031"/>
              <a:gd name="connsiteX7" fmla="*/ 0 w 938366"/>
              <a:gd name="connsiteY7" fmla="*/ 122258 h 48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8366" h="489031" fill="none" extrusionOk="0">
                <a:moveTo>
                  <a:pt x="0" y="122258"/>
                </a:moveTo>
                <a:cubicBezTo>
                  <a:pt x="155868" y="129589"/>
                  <a:pt x="269878" y="134891"/>
                  <a:pt x="509672" y="122258"/>
                </a:cubicBezTo>
                <a:cubicBezTo>
                  <a:pt x="512289" y="72694"/>
                  <a:pt x="513779" y="60724"/>
                  <a:pt x="509672" y="0"/>
                </a:cubicBezTo>
                <a:cubicBezTo>
                  <a:pt x="622637" y="62075"/>
                  <a:pt x="777033" y="153942"/>
                  <a:pt x="938366" y="244516"/>
                </a:cubicBezTo>
                <a:cubicBezTo>
                  <a:pt x="822927" y="310185"/>
                  <a:pt x="682225" y="377773"/>
                  <a:pt x="509672" y="489031"/>
                </a:cubicBezTo>
                <a:cubicBezTo>
                  <a:pt x="507098" y="442931"/>
                  <a:pt x="510090" y="391239"/>
                  <a:pt x="509672" y="366773"/>
                </a:cubicBezTo>
                <a:cubicBezTo>
                  <a:pt x="271119" y="378231"/>
                  <a:pt x="156416" y="350255"/>
                  <a:pt x="0" y="366773"/>
                </a:cubicBezTo>
                <a:cubicBezTo>
                  <a:pt x="-177" y="278060"/>
                  <a:pt x="-5728" y="238696"/>
                  <a:pt x="0" y="122258"/>
                </a:cubicBezTo>
                <a:close/>
              </a:path>
              <a:path w="938366" h="489031" stroke="0" extrusionOk="0">
                <a:moveTo>
                  <a:pt x="0" y="122258"/>
                </a:moveTo>
                <a:cubicBezTo>
                  <a:pt x="228789" y="97823"/>
                  <a:pt x="377293" y="141968"/>
                  <a:pt x="509672" y="122258"/>
                </a:cubicBezTo>
                <a:cubicBezTo>
                  <a:pt x="511025" y="95282"/>
                  <a:pt x="510176" y="52576"/>
                  <a:pt x="509672" y="0"/>
                </a:cubicBezTo>
                <a:cubicBezTo>
                  <a:pt x="672319" y="72724"/>
                  <a:pt x="767819" y="140766"/>
                  <a:pt x="938366" y="244516"/>
                </a:cubicBezTo>
                <a:cubicBezTo>
                  <a:pt x="811741" y="343905"/>
                  <a:pt x="693479" y="365281"/>
                  <a:pt x="509672" y="489031"/>
                </a:cubicBezTo>
                <a:cubicBezTo>
                  <a:pt x="510089" y="455050"/>
                  <a:pt x="510721" y="395430"/>
                  <a:pt x="509672" y="366773"/>
                </a:cubicBezTo>
                <a:cubicBezTo>
                  <a:pt x="369287" y="374437"/>
                  <a:pt x="162000" y="348680"/>
                  <a:pt x="0" y="366773"/>
                </a:cubicBezTo>
                <a:cubicBezTo>
                  <a:pt x="800" y="306802"/>
                  <a:pt x="1822" y="222258"/>
                  <a:pt x="0" y="122258"/>
                </a:cubicBezTo>
                <a:close/>
              </a:path>
            </a:pathLst>
          </a:custGeom>
          <a:solidFill>
            <a:srgbClr val="FF3399"/>
          </a:solidFill>
          <a:ln>
            <a:solidFill>
              <a:srgbClr val="FF3399"/>
            </a:solidFill>
            <a:extLst>
              <a:ext uri="{C807C97D-BFC1-408E-A445-0C87EB9F89A2}">
                <ask:lineSketchStyleProps xmlns:ask="http://schemas.microsoft.com/office/drawing/2018/sketchyshapes" sd="2597887091">
                  <a:prstGeom prst="rightArrow">
                    <a:avLst>
                      <a:gd name="adj1" fmla="val 50000"/>
                      <a:gd name="adj2" fmla="val 87662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A4F42-0AB2-9C70-F276-AC71B967D656}"/>
              </a:ext>
            </a:extLst>
          </p:cNvPr>
          <p:cNvSpPr txBox="1"/>
          <p:nvPr/>
        </p:nvSpPr>
        <p:spPr>
          <a:xfrm>
            <a:off x="529240" y="1398607"/>
            <a:ext cx="18634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Original</a:t>
            </a:r>
          </a:p>
          <a:p>
            <a:r>
              <a:rPr lang="en-US" sz="2800" dirty="0"/>
              <a:t>(</a:t>
            </a:r>
            <a:r>
              <a:rPr lang="en-US" sz="2800" dirty="0" err="1"/>
              <a:t>rgb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907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068F-9AB4-0C29-6433-47A67D36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E2D1A8-956A-D7B3-AF84-7207074AA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2" y="2433065"/>
            <a:ext cx="7075036" cy="39743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A7D30F-5DBE-05DC-6576-5FF822DE550D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D5564-64E3-6863-2BF4-D14EEDE54B85}"/>
              </a:ext>
            </a:extLst>
          </p:cNvPr>
          <p:cNvSpPr txBox="1"/>
          <p:nvPr/>
        </p:nvSpPr>
        <p:spPr>
          <a:xfrm>
            <a:off x="2799080" y="1446276"/>
            <a:ext cx="674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Discrete Cosine Transform</a:t>
            </a:r>
          </a:p>
        </p:txBody>
      </p:sp>
    </p:spTree>
    <p:extLst>
      <p:ext uri="{BB962C8B-B14F-4D97-AF65-F5344CB8AC3E}">
        <p14:creationId xmlns:p14="http://schemas.microsoft.com/office/powerpoint/2010/main" val="326419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B9043-8126-BD32-5B2F-43A1B76C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49136-BAB2-D99E-DDD5-82711848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2" y="2433065"/>
            <a:ext cx="7075036" cy="39743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C9708C-2399-51BA-F4F0-999AF49F15CF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A8914-9BCA-4E13-439E-32415B247A43}"/>
              </a:ext>
            </a:extLst>
          </p:cNvPr>
          <p:cNvSpPr txBox="1"/>
          <p:nvPr/>
        </p:nvSpPr>
        <p:spPr>
          <a:xfrm>
            <a:off x="2799080" y="1446276"/>
            <a:ext cx="674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Crunch</a:t>
            </a:r>
          </a:p>
        </p:txBody>
      </p:sp>
    </p:spTree>
    <p:extLst>
      <p:ext uri="{BB962C8B-B14F-4D97-AF65-F5344CB8AC3E}">
        <p14:creationId xmlns:p14="http://schemas.microsoft.com/office/powerpoint/2010/main" val="218736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54B7-4ABC-C81F-86C8-F59E60D7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F130BB-D16C-986A-3842-B2B9307D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2" y="2433065"/>
            <a:ext cx="7075036" cy="39743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6A0AB6-FF36-5FD9-1E29-3AAC8CCDA626}"/>
              </a:ext>
            </a:extLst>
          </p:cNvPr>
          <p:cNvSpPr/>
          <p:nvPr/>
        </p:nvSpPr>
        <p:spPr>
          <a:xfrm>
            <a:off x="3017520" y="1910080"/>
            <a:ext cx="21336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ABBA2-CFDB-BD7E-36BB-6EC5DF2CAB3F}"/>
              </a:ext>
            </a:extLst>
          </p:cNvPr>
          <p:cNvSpPr txBox="1"/>
          <p:nvPr/>
        </p:nvSpPr>
        <p:spPr>
          <a:xfrm>
            <a:off x="2392680" y="1446276"/>
            <a:ext cx="763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Inverse Discrete Cos Transform</a:t>
            </a:r>
          </a:p>
        </p:txBody>
      </p:sp>
    </p:spTree>
    <p:extLst>
      <p:ext uri="{BB962C8B-B14F-4D97-AF65-F5344CB8AC3E}">
        <p14:creationId xmlns:p14="http://schemas.microsoft.com/office/powerpoint/2010/main" val="394024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ntic Didone">
      <a:majorFont>
        <a:latin typeface="Antic Didone"/>
        <a:ea typeface=""/>
        <a:cs typeface=""/>
      </a:majorFont>
      <a:minorFont>
        <a:latin typeface="Antic Dido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9b7cde0-d580-4baa-b993-829072e57bff}" enabled="1" method="Standard" siteId="{07420c3d-c141-4c67-b6f3-f448e5adb67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15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Antic Didone</vt:lpstr>
      <vt:lpstr>Arial</vt:lpstr>
      <vt:lpstr>Calibri</vt:lpstr>
      <vt:lpstr>Office Theme</vt:lpstr>
      <vt:lpstr>trashcore post processing in unity 2021 and URP 12 featuring Jpeg and Nihilism™️ image compression</vt:lpstr>
      <vt:lpstr>Change     your     perspective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2023-08-08T08:43:56Z</dcterms:created>
  <dcterms:modified xsi:type="dcterms:W3CDTF">2025-04-11T04:35:48Z</dcterms:modified>
</cp:coreProperties>
</file>